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4" r:id="rId1"/>
  </p:sldMasterIdLst>
  <p:sldIdLst>
    <p:sldId id="256" r:id="rId2"/>
  </p:sldIdLst>
  <p:sldSz cx="12192000" cy="1625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723" autoAdjust="0"/>
    <p:restoredTop sz="94660"/>
  </p:normalViewPr>
  <p:slideViewPr>
    <p:cSldViewPr snapToGrid="0">
      <p:cViewPr varScale="1">
        <p:scale>
          <a:sx n="37" d="100"/>
          <a:sy n="37" d="100"/>
        </p:scale>
        <p:origin x="289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60416"/>
            <a:ext cx="10363200" cy="5659496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538164"/>
            <a:ext cx="9144000" cy="392476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8935-DF80-4CF0-9E4C-E83AE3E142F0}" type="datetimeFigureOut">
              <a:rPr lang="ar-SA" smtClean="0"/>
              <a:t>12/11/1443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18F3-713A-430B-8932-10BA41FE1C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31762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8935-DF80-4CF0-9E4C-E83AE3E142F0}" type="datetimeFigureOut">
              <a:rPr lang="ar-SA" smtClean="0"/>
              <a:t>12/11/1443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18F3-713A-430B-8932-10BA41FE1C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35521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052716"/>
            <a:ext cx="10515600" cy="676204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878731"/>
            <a:ext cx="10515600" cy="3555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8935-DF80-4CF0-9E4C-E83AE3E142F0}" type="datetimeFigureOut">
              <a:rPr lang="ar-SA" smtClean="0"/>
              <a:t>12/11/1443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18F3-713A-430B-8932-10BA41FE1C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30686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327407"/>
            <a:ext cx="5181600" cy="10314283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327407"/>
            <a:ext cx="5181600" cy="10314283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8935-DF80-4CF0-9E4C-E83AE3E142F0}" type="datetimeFigureOut">
              <a:rPr lang="ar-SA" smtClean="0"/>
              <a:t>12/11/1443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18F3-713A-430B-8932-10BA41FE1C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86178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5485"/>
            <a:ext cx="10515600" cy="3142075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984979"/>
            <a:ext cx="5157787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937956"/>
            <a:ext cx="5157787" cy="873383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984979"/>
            <a:ext cx="5183188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937956"/>
            <a:ext cx="5183188" cy="873383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8935-DF80-4CF0-9E4C-E83AE3E142F0}" type="datetimeFigureOut">
              <a:rPr lang="ar-SA" smtClean="0"/>
              <a:t>12/11/1443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18F3-713A-430B-8932-10BA41FE1C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8887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8935-DF80-4CF0-9E4C-E83AE3E142F0}" type="datetimeFigureOut">
              <a:rPr lang="ar-SA" smtClean="0"/>
              <a:t>12/11/1443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18F3-713A-430B-8932-10BA41FE1C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8015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8935-DF80-4CF0-9E4C-E83AE3E142F0}" type="datetimeFigureOut">
              <a:rPr lang="ar-SA" smtClean="0"/>
              <a:t>12/11/1443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18F3-713A-430B-8932-10BA41FE1C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7969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340567"/>
            <a:ext cx="6172200" cy="1155229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8935-DF80-4CF0-9E4C-E83AE3E142F0}" type="datetimeFigureOut">
              <a:rPr lang="ar-SA" smtClean="0"/>
              <a:t>12/11/1443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18F3-713A-430B-8932-10BA41FE1C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58836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340567"/>
            <a:ext cx="6172200" cy="1155229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8935-DF80-4CF0-9E4C-E83AE3E142F0}" type="datetimeFigureOut">
              <a:rPr lang="ar-SA" smtClean="0"/>
              <a:t>12/11/1443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18F3-713A-430B-8932-10BA41FE1C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84087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8935-DF80-4CF0-9E4C-E83AE3E142F0}" type="datetimeFigureOut">
              <a:rPr lang="ar-SA" smtClean="0"/>
              <a:t>12/11/1443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18F3-713A-430B-8932-10BA41FE1C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3629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65481"/>
            <a:ext cx="2628900" cy="13776209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65481"/>
            <a:ext cx="7734300" cy="13776209"/>
          </a:xfrm>
        </p:spPr>
        <p:txBody>
          <a:bodyPr vert="eaVer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8935-DF80-4CF0-9E4C-E83AE3E142F0}" type="datetimeFigureOut">
              <a:rPr lang="ar-SA" smtClean="0"/>
              <a:t>12/11/1443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18F3-713A-430B-8932-10BA41FE1C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73562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65485"/>
            <a:ext cx="10515600" cy="314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327407"/>
            <a:ext cx="10515600" cy="10314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C8935-DF80-4CF0-9E4C-E83AE3E142F0}" type="datetimeFigureOut">
              <a:rPr lang="ar-SA" smtClean="0"/>
              <a:t>12/11/1443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5066908"/>
            <a:ext cx="41148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718F3-713A-430B-8932-10BA41FE1C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7743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1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r" defTabSz="1219170" rtl="1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r" defTabSz="1219170" rtl="1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r" defTabSz="1219170" rtl="1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r" defTabSz="1219170" rtl="1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r" defTabSz="1219170" rtl="1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r" defTabSz="1219170" rtl="1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r" defTabSz="1219170" rtl="1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r" defTabSz="1219170" rtl="1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r" defTabSz="1219170" rtl="1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360m" TargetMode="External"/><Relationship Id="rId13" Type="http://schemas.openxmlformats.org/officeDocument/2006/relationships/hyperlink" Target="https://github.com/m360m/Project-4" TargetMode="External"/><Relationship Id="rId3" Type="http://schemas.openxmlformats.org/officeDocument/2006/relationships/hyperlink" Target="https://bit.ly/3EFxyvk" TargetMode="External"/><Relationship Id="rId7" Type="http://schemas.openxmlformats.org/officeDocument/2006/relationships/hyperlink" Target="https://bit.ly/31LSDG8" TargetMode="External"/><Relationship Id="rId12" Type="http://schemas.openxmlformats.org/officeDocument/2006/relationships/hyperlink" Target="https://github.com/m360m/Project-3" TargetMode="External"/><Relationship Id="rId2" Type="http://schemas.openxmlformats.org/officeDocument/2006/relationships/hyperlink" Target="mailto:Workm1618@gmail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it.ly/3xEpOsr" TargetMode="External"/><Relationship Id="rId11" Type="http://schemas.openxmlformats.org/officeDocument/2006/relationships/hyperlink" Target="https://github.com/m360m/Project-2" TargetMode="External"/><Relationship Id="rId5" Type="http://schemas.openxmlformats.org/officeDocument/2006/relationships/hyperlink" Target="https://bit.ly/3wvYjzx" TargetMode="External"/><Relationship Id="rId10" Type="http://schemas.openxmlformats.org/officeDocument/2006/relationships/hyperlink" Target="https://github.com/m360m/Project-1" TargetMode="External"/><Relationship Id="rId4" Type="http://schemas.openxmlformats.org/officeDocument/2006/relationships/hyperlink" Target="https://bit.ly/3GpyAw7" TargetMode="External"/><Relationship Id="rId9" Type="http://schemas.openxmlformats.org/officeDocument/2006/relationships/hyperlink" Target="http://linkedin.com/in/mohammed-al-matraf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D43B42C-6788-4F6C-8C0C-9FAFB79A6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932708"/>
          </a:xfrm>
        </p:spPr>
        <p:txBody>
          <a:bodyPr>
            <a:normAutofit/>
          </a:bodyPr>
          <a:lstStyle/>
          <a:p>
            <a:pPr rtl="0"/>
            <a:r>
              <a:rPr lang="en-US" sz="2800" b="1" dirty="0"/>
              <a:t>Mohammed </a:t>
            </a:r>
            <a:r>
              <a:rPr lang="en-US" sz="2800" b="1" dirty="0" err="1"/>
              <a:t>Almatrafi</a:t>
            </a:r>
            <a:r>
              <a:rPr lang="en-US" sz="2800" b="1" dirty="0"/>
              <a:t> </a:t>
            </a:r>
            <a:br>
              <a:rPr lang="en-US" sz="2800" b="1" dirty="0"/>
            </a:b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/>
              <a:t/>
            </a:r>
            <a:br>
              <a:rPr lang="en-US" sz="2800" b="1" dirty="0"/>
            </a:br>
            <a:endParaRPr lang="ar-SA" sz="2800" b="1" dirty="0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49F7C564-9D96-4C51-9A56-6E37038AC4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54377"/>
            <a:ext cx="12192000" cy="792871"/>
          </a:xfrm>
        </p:spPr>
        <p:txBody>
          <a:bodyPr>
            <a:normAutofit/>
          </a:bodyPr>
          <a:lstStyle/>
          <a:p>
            <a:r>
              <a:rPr lang="en-US" sz="2000" dirty="0"/>
              <a:t>Medina, KSA</a:t>
            </a:r>
            <a:endParaRPr lang="ar-SA" sz="2000" dirty="0"/>
          </a:p>
        </p:txBody>
      </p:sp>
      <p:cxnSp>
        <p:nvCxnSpPr>
          <p:cNvPr id="6" name="رابط مستقيم 5">
            <a:extLst>
              <a:ext uri="{FF2B5EF4-FFF2-40B4-BE49-F238E27FC236}">
                <a16:creationId xmlns:a16="http://schemas.microsoft.com/office/drawing/2014/main" id="{3FE39465-CDBF-47C2-8FF8-C6E6290CB751}"/>
              </a:ext>
            </a:extLst>
          </p:cNvPr>
          <p:cNvCxnSpPr>
            <a:cxnSpLocks/>
          </p:cNvCxnSpPr>
          <p:nvPr/>
        </p:nvCxnSpPr>
        <p:spPr>
          <a:xfrm>
            <a:off x="712733" y="1481822"/>
            <a:ext cx="107665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65C74E53-AD81-4E50-BAE8-26438A265C85}"/>
              </a:ext>
            </a:extLst>
          </p:cNvPr>
          <p:cNvSpPr txBox="1"/>
          <p:nvPr/>
        </p:nvSpPr>
        <p:spPr>
          <a:xfrm>
            <a:off x="9777789" y="2067287"/>
            <a:ext cx="170147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+966537460809</a:t>
            </a:r>
            <a:endParaRPr lang="ar-SA" dirty="0"/>
          </a:p>
        </p:txBody>
      </p:sp>
      <p:sp>
        <p:nvSpPr>
          <p:cNvPr id="19" name="مربع نص 18">
            <a:extLst>
              <a:ext uri="{FF2B5EF4-FFF2-40B4-BE49-F238E27FC236}">
                <a16:creationId xmlns:a16="http://schemas.microsoft.com/office/drawing/2014/main" id="{AB3BDF3E-837A-40B6-9525-51E87DB94F4C}"/>
              </a:ext>
            </a:extLst>
          </p:cNvPr>
          <p:cNvSpPr txBox="1"/>
          <p:nvPr/>
        </p:nvSpPr>
        <p:spPr>
          <a:xfrm>
            <a:off x="712733" y="1694902"/>
            <a:ext cx="295154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hlinkClick r:id="rId2"/>
              </a:rPr>
              <a:t>Workm1618@gmail.com</a:t>
            </a:r>
            <a:endParaRPr lang="ar-SA" dirty="0"/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2F202BB6-3B19-4DB2-B2FE-C167EC091B5A}"/>
              </a:ext>
            </a:extLst>
          </p:cNvPr>
          <p:cNvSpPr txBox="1"/>
          <p:nvPr/>
        </p:nvSpPr>
        <p:spPr>
          <a:xfrm>
            <a:off x="712733" y="2839432"/>
            <a:ext cx="5055021" cy="350865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 smtClean="0"/>
              <a:t>Skills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Plan a Content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Content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Distribute &amp; Promote Content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Optimize Website UX &amp; Landing Pages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Measure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Social Media Marketing &amp; Advertising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Search Engine Optimization 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Excel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Email</a:t>
            </a:r>
            <a:r>
              <a:rPr lang="ar-SA" dirty="0" smtClean="0"/>
              <a:t> </a:t>
            </a:r>
            <a:r>
              <a:rPr lang="en-US" dirty="0"/>
              <a:t>Marketing</a:t>
            </a:r>
            <a:endParaRPr lang="en-US" dirty="0"/>
          </a:p>
          <a:p>
            <a:endParaRPr lang="ar-SA" dirty="0"/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C998BF25-ECDB-426F-A196-077E04E23455}"/>
              </a:ext>
            </a:extLst>
          </p:cNvPr>
          <p:cNvSpPr txBox="1"/>
          <p:nvPr/>
        </p:nvSpPr>
        <p:spPr>
          <a:xfrm>
            <a:off x="802786" y="12422141"/>
            <a:ext cx="6888333" cy="36009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/>
              <a:t>Education </a:t>
            </a:r>
            <a:endParaRPr lang="en-US" sz="2400" b="1" dirty="0" smtClean="0"/>
          </a:p>
          <a:p>
            <a:endParaRPr lang="en-US" sz="2400" b="1" dirty="0"/>
          </a:p>
          <a:p>
            <a:r>
              <a:rPr lang="en-US" dirty="0"/>
              <a:t>Digital Marketing Nanodegree, </a:t>
            </a:r>
            <a:r>
              <a:rPr lang="en-US" dirty="0" err="1" smtClean="0"/>
              <a:t>Udacity</a:t>
            </a:r>
            <a:r>
              <a:rPr lang="en-US" dirty="0" smtClean="0"/>
              <a:t> </a:t>
            </a:r>
            <a:r>
              <a:rPr lang="en-US" dirty="0">
                <a:hlinkClick r:id="rId3"/>
              </a:rPr>
              <a:t>https://bit.ly/3EFxyvk </a:t>
            </a:r>
            <a:endParaRPr lang="en-US" dirty="0" smtClean="0"/>
          </a:p>
          <a:p>
            <a:r>
              <a:rPr lang="en-US" dirty="0"/>
              <a:t> </a:t>
            </a:r>
            <a:endParaRPr lang="ar-SA" dirty="0" smtClean="0"/>
          </a:p>
          <a:p>
            <a:r>
              <a:rPr lang="en-US" dirty="0"/>
              <a:t>The Future Of Work Fundamentals</a:t>
            </a:r>
            <a:r>
              <a:rPr lang="en-US" dirty="0" smtClean="0"/>
              <a:t>,</a:t>
            </a:r>
            <a:r>
              <a:rPr lang="en-US" dirty="0"/>
              <a:t> </a:t>
            </a:r>
            <a:r>
              <a:rPr lang="en-US" dirty="0" err="1"/>
              <a:t>Udacity</a:t>
            </a:r>
            <a:r>
              <a:rPr lang="en-US" dirty="0" smtClean="0"/>
              <a:t> </a:t>
            </a: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bit.ly/3GpyAw7</a:t>
            </a:r>
            <a:endParaRPr lang="en-US" dirty="0" smtClean="0"/>
          </a:p>
          <a:p>
            <a:endParaRPr lang="ar-SA" dirty="0" smtClean="0"/>
          </a:p>
          <a:p>
            <a:r>
              <a:rPr lang="en-US" dirty="0"/>
              <a:t>Excel-certificate</a:t>
            </a:r>
            <a:r>
              <a:rPr lang="en-US" b="1" dirty="0" smtClean="0"/>
              <a:t> </a:t>
            </a:r>
            <a:r>
              <a:rPr lang="en-US" dirty="0" smtClean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bit.ly/3wvYjzx</a:t>
            </a:r>
            <a:endParaRPr lang="ar-SA" dirty="0" smtClean="0"/>
          </a:p>
          <a:p>
            <a:endParaRPr lang="ar-SA" dirty="0"/>
          </a:p>
          <a:p>
            <a:r>
              <a:rPr lang="en-US" dirty="0"/>
              <a:t>Email</a:t>
            </a:r>
            <a:r>
              <a:rPr lang="ar-SA" dirty="0"/>
              <a:t> </a:t>
            </a:r>
            <a:r>
              <a:rPr lang="en-US" dirty="0"/>
              <a:t>Marketing</a:t>
            </a:r>
            <a:r>
              <a:rPr lang="ar-SA" dirty="0"/>
              <a:t> </a:t>
            </a:r>
            <a:r>
              <a:rPr lang="en-US" dirty="0" smtClean="0"/>
              <a:t>certificate </a:t>
            </a:r>
            <a:r>
              <a:rPr lang="en-US" dirty="0" smtClean="0">
                <a:hlinkClick r:id="rId6"/>
              </a:rPr>
              <a:t>https</a:t>
            </a:r>
            <a:r>
              <a:rPr lang="en-US" dirty="0">
                <a:hlinkClick r:id="rId6"/>
              </a:rPr>
              <a:t>://</a:t>
            </a:r>
            <a:r>
              <a:rPr lang="en-US" dirty="0" smtClean="0">
                <a:hlinkClick r:id="rId6"/>
              </a:rPr>
              <a:t>bit.ly/3xEpOsr</a:t>
            </a:r>
            <a:endParaRPr lang="en-US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B.A. of chemistry, </a:t>
            </a:r>
            <a:r>
              <a:rPr lang="en-US" dirty="0" err="1"/>
              <a:t>Taibah</a:t>
            </a:r>
            <a:r>
              <a:rPr lang="en-US" dirty="0"/>
              <a:t> </a:t>
            </a:r>
            <a:r>
              <a:rPr lang="en-US" dirty="0" smtClean="0"/>
              <a:t>University</a:t>
            </a:r>
            <a:r>
              <a:rPr lang="en-US" dirty="0"/>
              <a:t> </a:t>
            </a:r>
            <a:r>
              <a:rPr lang="en-US" dirty="0" smtClean="0">
                <a:hlinkClick r:id="rId7"/>
              </a:rPr>
              <a:t>https</a:t>
            </a:r>
            <a:r>
              <a:rPr lang="en-US" dirty="0">
                <a:hlinkClick r:id="rId7"/>
              </a:rPr>
              <a:t>://bit.ly/31LSDG8</a:t>
            </a:r>
            <a:endParaRPr lang="en-US" dirty="0"/>
          </a:p>
          <a:p>
            <a:endParaRPr lang="ar-SA" dirty="0"/>
          </a:p>
        </p:txBody>
      </p:sp>
      <p:sp>
        <p:nvSpPr>
          <p:cNvPr id="24" name="مربع نص 23">
            <a:extLst>
              <a:ext uri="{FF2B5EF4-FFF2-40B4-BE49-F238E27FC236}">
                <a16:creationId xmlns:a16="http://schemas.microsoft.com/office/drawing/2014/main" id="{0A6FBD60-E6F2-4D6A-8AE2-B1901AAEA4EF}"/>
              </a:ext>
            </a:extLst>
          </p:cNvPr>
          <p:cNvSpPr txBox="1"/>
          <p:nvPr/>
        </p:nvSpPr>
        <p:spPr>
          <a:xfrm>
            <a:off x="-9930647" y="3891039"/>
            <a:ext cx="9414832" cy="70173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/>
              <a:t>Projects</a:t>
            </a:r>
            <a:endParaRPr lang="en-US" dirty="0"/>
          </a:p>
          <a:p>
            <a:r>
              <a:rPr lang="en-US" dirty="0"/>
              <a:t>Prepare to Market</a:t>
            </a:r>
          </a:p>
          <a:p>
            <a:endParaRPr lang="en-US" dirty="0"/>
          </a:p>
          <a:p>
            <a:r>
              <a:rPr lang="en-US" dirty="0"/>
              <a:t>articulate the marketing objective and KPI for a pretend campaign.</a:t>
            </a:r>
          </a:p>
          <a:p>
            <a:r>
              <a:rPr lang="en-US" dirty="0"/>
              <a:t>And make the objective is SMART.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Articulate the value proposition for the product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Create a Customer Persona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Create an Empathy Map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Interview Potential Customers</a:t>
            </a:r>
          </a:p>
          <a:p>
            <a:r>
              <a:rPr lang="en-US" dirty="0"/>
              <a:t>Market your Content</a:t>
            </a:r>
          </a:p>
          <a:p>
            <a:r>
              <a:rPr lang="en-US" dirty="0"/>
              <a:t>Part 1: Getting Started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Part 2: Write a Blog Post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Part 3: Craft Social Media Posts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Evaluate a Facebook Campaign and Making Campaign Recommendations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Conduct an SEO Audit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ar-SA" dirty="0"/>
          </a:p>
        </p:txBody>
      </p: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C8779C75-1280-4B7D-8D0B-C422A3665079}"/>
              </a:ext>
            </a:extLst>
          </p:cNvPr>
          <p:cNvSpPr txBox="1"/>
          <p:nvPr/>
        </p:nvSpPr>
        <p:spPr>
          <a:xfrm>
            <a:off x="712733" y="2064234"/>
            <a:ext cx="313805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hlinkClick r:id="rId8"/>
              </a:rPr>
              <a:t>https://github.com/m360m</a:t>
            </a:r>
            <a:endParaRPr lang="ar-SA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FD102250-1EF8-4A44-AA43-D4E9D9A7F096}"/>
              </a:ext>
            </a:extLst>
          </p:cNvPr>
          <p:cNvSpPr txBox="1"/>
          <p:nvPr/>
        </p:nvSpPr>
        <p:spPr>
          <a:xfrm>
            <a:off x="7006327" y="1689642"/>
            <a:ext cx="44729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hlinkClick r:id="rId9"/>
              </a:rPr>
              <a:t>http://linkedin.com/in/mohammed-al-matrafi</a:t>
            </a:r>
            <a:endParaRPr lang="ar-SA" dirty="0"/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98D10E32-1FB8-4071-B839-682489CFB665}"/>
              </a:ext>
            </a:extLst>
          </p:cNvPr>
          <p:cNvSpPr txBox="1"/>
          <p:nvPr/>
        </p:nvSpPr>
        <p:spPr>
          <a:xfrm>
            <a:off x="8796528" y="13155436"/>
            <a:ext cx="2682739" cy="258532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en-US" dirty="0" smtClean="0"/>
              <a:t>Aug/ 2021  -  Sept/ 2021</a:t>
            </a:r>
          </a:p>
          <a:p>
            <a:pPr algn="r"/>
            <a:endParaRPr lang="en-US" dirty="0"/>
          </a:p>
          <a:p>
            <a:pPr algn="r"/>
            <a:r>
              <a:rPr lang="en-US" dirty="0" smtClean="0"/>
              <a:t>Jun/ 2021  </a:t>
            </a:r>
            <a:r>
              <a:rPr lang="en-US" dirty="0"/>
              <a:t>-  </a:t>
            </a:r>
            <a:r>
              <a:rPr lang="en-US" dirty="0" smtClean="0"/>
              <a:t>July/ 2021</a:t>
            </a:r>
          </a:p>
          <a:p>
            <a:pPr algn="r"/>
            <a:endParaRPr lang="en-US" dirty="0" smtClean="0"/>
          </a:p>
          <a:p>
            <a:pPr algn="r"/>
            <a:r>
              <a:rPr lang="en-US" dirty="0"/>
              <a:t>Issue Date: May </a:t>
            </a:r>
            <a:r>
              <a:rPr lang="en-US" dirty="0" smtClean="0"/>
              <a:t>/17/ 2022</a:t>
            </a:r>
          </a:p>
          <a:p>
            <a:pPr algn="r"/>
            <a:endParaRPr lang="en-US" dirty="0" smtClean="0"/>
          </a:p>
          <a:p>
            <a:pPr algn="r"/>
            <a:r>
              <a:rPr lang="en-US" dirty="0"/>
              <a:t>Issue Date: June </a:t>
            </a:r>
            <a:r>
              <a:rPr lang="en-US" dirty="0" smtClean="0"/>
              <a:t>/11/ </a:t>
            </a:r>
            <a:r>
              <a:rPr lang="en-US" dirty="0"/>
              <a:t>2022 </a:t>
            </a:r>
          </a:p>
          <a:p>
            <a:pPr algn="r"/>
            <a:endParaRPr lang="en-US" dirty="0" smtClean="0"/>
          </a:p>
          <a:p>
            <a:pPr algn="r"/>
            <a:r>
              <a:rPr lang="en-US" dirty="0" smtClean="0"/>
              <a:t>Sep/ 2010  -  Nov/ 2015</a:t>
            </a:r>
            <a:endParaRPr lang="ar-SA" dirty="0"/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DC5C7CCD-D325-4DCF-8293-0F92AC440E8A}"/>
              </a:ext>
            </a:extLst>
          </p:cNvPr>
          <p:cNvSpPr txBox="1"/>
          <p:nvPr/>
        </p:nvSpPr>
        <p:spPr>
          <a:xfrm>
            <a:off x="712733" y="6929254"/>
            <a:ext cx="9598306" cy="517064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 smtClean="0"/>
              <a:t>Projects</a:t>
            </a:r>
          </a:p>
          <a:p>
            <a:endParaRPr lang="en-US" b="1" dirty="0"/>
          </a:p>
          <a:p>
            <a:r>
              <a:rPr lang="en-US" b="1" dirty="0"/>
              <a:t>Prepare to Market </a:t>
            </a:r>
            <a:r>
              <a:rPr lang="en-US" dirty="0">
                <a:hlinkClick r:id="rId10"/>
              </a:rPr>
              <a:t>https://</a:t>
            </a:r>
            <a:r>
              <a:rPr lang="en-US" dirty="0" smtClean="0">
                <a:hlinkClick r:id="rId10"/>
              </a:rPr>
              <a:t>github.com/m360m/Project-1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b="1" dirty="0"/>
              <a:t>Market your Content </a:t>
            </a:r>
            <a:r>
              <a:rPr lang="en-US" dirty="0">
                <a:hlinkClick r:id="rId11"/>
              </a:rPr>
              <a:t>https://</a:t>
            </a:r>
            <a:r>
              <a:rPr lang="en-US" dirty="0" smtClean="0">
                <a:hlinkClick r:id="rId11"/>
              </a:rPr>
              <a:t>github.com/m360m/Project-2</a:t>
            </a:r>
            <a:endParaRPr lang="en-US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r>
              <a:rPr lang="en-US" b="1" dirty="0"/>
              <a:t>Evaluate a Facebook Campaign</a:t>
            </a:r>
            <a:r>
              <a:rPr lang="en-US" dirty="0"/>
              <a:t> </a:t>
            </a:r>
            <a:r>
              <a:rPr lang="en-US" dirty="0">
                <a:hlinkClick r:id="rId12"/>
              </a:rPr>
              <a:t>https://</a:t>
            </a:r>
            <a:r>
              <a:rPr lang="en-US" dirty="0" smtClean="0">
                <a:hlinkClick r:id="rId12"/>
              </a:rPr>
              <a:t>github.com/m360m/Project-3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Conduct </a:t>
            </a:r>
            <a:r>
              <a:rPr lang="en-US" b="1" dirty="0"/>
              <a:t>an SEO Audit </a:t>
            </a:r>
            <a:r>
              <a:rPr lang="en-US" dirty="0">
                <a:hlinkClick r:id="rId13"/>
              </a:rPr>
              <a:t>https://</a:t>
            </a:r>
            <a:r>
              <a:rPr lang="en-US" dirty="0" smtClean="0">
                <a:hlinkClick r:id="rId13"/>
              </a:rPr>
              <a:t>github.com/m360m/Project-4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ar-SA" b="1" dirty="0"/>
          </a:p>
        </p:txBody>
      </p:sp>
    </p:spTree>
    <p:extLst>
      <p:ext uri="{BB962C8B-B14F-4D97-AF65-F5344CB8AC3E}">
        <p14:creationId xmlns:p14="http://schemas.microsoft.com/office/powerpoint/2010/main" val="743061132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نسق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نسق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نسق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1212</TotalTime>
  <Words>243</Words>
  <Application>Microsoft Office PowerPoint</Application>
  <PresentationFormat>Custom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نسق Office</vt:lpstr>
      <vt:lpstr>Mohammed Almatrafi 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Mohammed Almatrafi</dc:title>
  <dc:creator>beshoo almtrafi</dc:creator>
  <cp:lastModifiedBy>mohammed almatrafi</cp:lastModifiedBy>
  <cp:revision>62</cp:revision>
  <dcterms:created xsi:type="dcterms:W3CDTF">2021-09-09T23:12:36Z</dcterms:created>
  <dcterms:modified xsi:type="dcterms:W3CDTF">2022-06-11T03:04:35Z</dcterms:modified>
</cp:coreProperties>
</file>